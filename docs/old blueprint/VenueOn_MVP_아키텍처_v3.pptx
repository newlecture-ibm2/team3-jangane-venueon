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  <a:latin typeface="맑은 고딕"/>
              </a:defRPr>
            </a:pPr>
            <a:r>
              <a:t>VenueOn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맑은 고딕"/>
              </a:defRPr>
            </a:pPr>
            <a:r>
              <a:t>Venue + On  —  모든 이벤트가 시작되는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  <a:latin typeface="맑은 고딕"/>
              </a:defRPr>
            </a:pPr>
            <a:r>
              <a:t>MVP 아키텍처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유료·무료 이벤트 중계 + 커뮤니티 연장선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Spring Boot  |  Next.js 14  |  Vanilla CSS Module  |  Hexagonal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MVP 기능 범위 (6개)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618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07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회원가입 /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07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JWT 인증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762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21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이벤트 생성·조회·수정·삭제, 세션/프로그램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0906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35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마이페이지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358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내 이벤트 관리, 구매내역, 참여 이력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0050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티켓팅 + 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502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유료·무료 티켓 구매, 포트원 결제 연동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9194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커뮤니티 CRUD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646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이벤트 기반 커뮤니티 생성·조회·수정·삭제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8338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33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79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커뮤니티 글 CRUD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779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게시글 작성·조회·수정·삭제, 후기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사용자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권한 분리 없음 — 모든 사용자가 동일한 기능을 사용합니다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🔓 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단일 권한 (로그인 사용자 = 모든 기능 접근 가능)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📋  이벤트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만든 이벤트만 수정/삭제 가능 (작성자 검증)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💬  커뮤니티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만든 커뮤니티만 수정/삭제 가능 (작성자 검증)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✏️  게시글/댓글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09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작성한 글만 수정/삭제 가능 (작성자 검증)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🔮  향후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623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필요 시 역할(HOST/ADMIN) 분리 가능하도록 구조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MSA 서비스 분리 (3개)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🖥️ Frontend — Next.js 14 + CSS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576072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🔀 API Gateway (Spring Cloud Gateway — JWT 검증 + 라우팅)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User Service</a:t>
            </a:r>
            <a:br/>
            <a:r>
              <a:t>:8081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회원/인증</a:t>
            </a:r>
            <a:br/>
            <a:r>
              <a:t>마이페이지</a:t>
            </a:r>
            <a:br/>
            <a:r>
              <a:t>JWT/Redis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Event Service</a:t>
            </a:r>
            <a:br/>
            <a:r>
              <a:t>:8082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이벤트 CRUD</a:t>
            </a:r>
            <a:br/>
            <a:r>
              <a:t>세션/티켓</a:t>
            </a:r>
            <a:br/>
            <a:r>
              <a:t>결제/주문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Community Service</a:t>
            </a:r>
            <a:br/>
            <a:r>
              <a:t>:8083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커뮤니티 CRUD</a:t>
            </a:r>
            <a:br/>
            <a:r>
              <a:t>게시글/댓글</a:t>
            </a:r>
            <a:br/>
            <a:r>
              <a:t>후기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user_db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event_db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community_db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⚡ Redis — JWT 블랙리스트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51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Next.js 14+ (App Router)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React 18, SSR/SSG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Vanilla CSS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컴포넌트별 스코프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Boot 3.x, Java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RESTful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1460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Hexagonal (Ports &amp; Adapters)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기능별 UseCase 독립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Cloud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JWT 검증, 라우팅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2044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OpenFeign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동기 REST 호출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2336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PostgreSQL 15 ×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서비스별 독립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2628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Redis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JWT 블랙리스트, 캐시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Security + 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Access + Refresh Token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53212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결제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포트원 (PortOne)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유료 티켓 결제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603504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080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Infra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6080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Docker + Docker Compose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로컬 개발 환경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헥사고날 아키텍처 (Ports &amp; Adapters)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왜 헥사고날인가?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레이어드 (기존)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헥사고날 (적용)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Controller → Service →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Adapter → Port → UseCase → Port →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계층 간 강결합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도메인이 외부에 의존하지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기능 추가 시 전 계층 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UseCase만 추가하면 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테스트 시 DB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Port를 Mock하여 단위 테스트 용이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맑은 고딕"/>
              </a:defRPr>
            </a:pPr>
            <a:r>
              <a:t>의존성 방향:  Adapter(in) → Port In → UseCase → Port Out → Adapter(out)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맑은 고딕"/>
              </a:defRPr>
            </a:pPr>
            <a:r>
              <a:t>핵심 규칙: 의존성은 항상 바깥 → 안쪽. Domain은 외부 기술을 모릅니다.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기능 추가 3단계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1️⃣ Port In 정의  →  2️⃣ Service 구현  →  3️⃣ 필요 시 Port Out + Adapter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기존 코드 수정 없이 UseCase + Port + Adapter만 추가 (OCP 원칙)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API 목록 (총 42개)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User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7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/auth/signup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/auth/logout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/users/me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PUT /users/me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/users/{id}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Event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18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이벤트: POST/GET/PUT/DELETE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PATCH /events/{id}/status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/events/my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세션: POST/GET/PUT/DELETE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티켓: POST/GET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주문: POST /orders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20624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/orders/my, /{id}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1772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/orders/{id}/cancel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02920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/payments/confirm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Community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17 APIs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커뮤니티: POST/GET/PUT/DELETE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/{id}/join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DELETE /{id}/leave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/{id}/members, /my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게시글: POST/GET/PUT/DELETE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댓글: POST/GET/DELETE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티켓 구매 → 마이페이지 구매내역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💳 유료 티켓 구매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티켓 선택 → 결제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포트원 결제창 오픈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PortOne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결제 완료 (imp_uid)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POST /api/orders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Event 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결제 검증 → 주문 생성 (PAID)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✅ 마이페이지 구매내역으로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맑은 고딕"/>
              </a:defRPr>
            </a:pPr>
            <a:r>
              <a:t>🆓 무료 티켓 등록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459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사용자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무료 티켓 → 등록 요청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4884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POST /api/orders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5176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Event Svc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주문 생성 (FREE_REGISTERED)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15468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✅ 마이페이지 구매내역으로 이동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📌 구매 완료 시 마이페이지 구매내역에 자동 표시</a:t>
            </a:r>
            <a:br/>
            <a:r>
              <a:t>   이벤트명, 티켓 종류, 결제 상태(PAID/FREE), 금액, 구매일시 확인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페이지 구성 (6개)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메인 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목록/검색/필터</a:t>
            </a:r>
            <a:br/>
            <a:r>
              <a:t>인기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로그인/가입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/auth/*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회원가입, 로그인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/events/[id]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정보, 세션</a:t>
            </a:r>
            <a:br/>
            <a:r>
              <a:t>티켓 구매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✏️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/events/new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작성 폼</a:t>
            </a:r>
            <a:br/>
            <a:r>
              <a:t>(정보→세션→티켓)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커뮤니티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/community/[id]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게시글 목록, 글 작성</a:t>
            </a:r>
            <a:br/>
            <a:r>
              <a:t>댓글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마이페이지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/mypage/*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내 이벤트 관리</a:t>
            </a:r>
            <a:br/>
            <a:r>
              <a:t>구매내역, 참여 이력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프로젝트 일정 (MVP 1주 완성)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1주일 내 핵심 기능 중심의 단기 MVP 구축 및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1~2일차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맑은 고딕"/>
              </a:defRPr>
            </a:pPr>
            <a:r>
              <a:t>🏗️ 설계/세팅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요구사항/WBS/ERD/API 설계, 아키텍처 구축 (Docker/Hexagonal)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3~4일차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맑은 고딕"/>
              </a:defRPr>
            </a:pPr>
            <a:r>
              <a:t>🔧 핵심 백엔드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인증(User)/이벤트(Event) API, 커뮤니티(Community)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5~6일차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맑은 고딕"/>
              </a:defRPr>
            </a:pPr>
            <a:r>
              <a:t>🎨 프론트/결제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Next.js UI &amp; API 연동, 포트원 결제 연동 (테스트)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7일차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맑은 고딕"/>
              </a:defRPr>
            </a:pPr>
            <a:r>
              <a:t>🎯 통합/마무리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486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통합 테스트 및 버그 수정, 최종 시연/데모 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  <a:latin typeface="맑은 고딕"/>
              </a:defRPr>
            </a:pPr>
            <a:r>
              <a:t>VenueOn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맑은 고딕"/>
              </a:defRPr>
            </a:pPr>
            <a:r>
              <a:t>Venue + On  —  모든 이벤트가 시작되는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맑은 고딕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